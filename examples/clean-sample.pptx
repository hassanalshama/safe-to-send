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4"/>
  </p:sldIdLst>
  <p:sldSz cx="12192000" cy="6858000" type="screen16x9"/>
  <p:notesSz cx="6858000" cy="9144000"/>
  <p:defaultTextStyle>
    <a:defPPr>
      <a:defRPr lang="en-US"/>
    </a:defPPr>
  </p:defaultTextStyle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ableStyles" Target="tableStyles.xml"/><Relationship Id="rId4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48640"/>
            <a:ext cx="10515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Reviewed distribution copy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 to Send">
  <a:themeElements>
    <a:clrScheme name="Safe to Send">
      <a:dk1>
        <a:sysClr val="windowText" lastClr="171717"/>
      </a:dk1>
      <a:lt1>
        <a:sysClr val="window" lastClr="FFFFFF"/>
      </a:lt1>
      <a:dk2>
        <a:srgbClr val="243447"/>
      </a:dk2>
      <a:lt2>
        <a:srgbClr val="F4F2EC"/>
      </a:lt2>
      <a:accent1>
        <a:srgbClr val="2563EB"/>
      </a:accent1>
      <a:accent2>
        <a:srgbClr val="C2410C"/>
      </a:accent2>
      <a:accent3>
        <a:srgbClr val="15803D"/>
      </a:accent3>
      <a:accent4>
        <a:srgbClr val="7C3AED"/>
      </a:accent4>
      <a:accent5>
        <a:srgbClr val="0E7490"/>
      </a:accent5>
      <a:accent6>
        <a:srgbClr val="A16207"/>
      </a:accent6>
      <a:hlink>
        <a:srgbClr val="0000FF"/>
      </a:hlink>
      <a:folHlink>
        <a:srgbClr val="800080"/>
      </a:folHlink>
    </a:clrScheme>
    <a:fontScheme name="Safe to Sen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afe to Sen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Safe to Send fixture generator</Application>
  <Slides>1</Slides>
  <Notes>0</Notes>
  <HiddenSlides>0</HiddenSlides>
  <Manager/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Reviewed distribution copy</dc:title>
  <dc:creator/>
  <cp:lastModifiedBy/>
  <cp:revision>1</cp:revision>
  <dcterms:created xsi:type="dcterms:W3CDTF">2026-08-10T00:00:00Z</dcterms:created>
  <dcterms:modified xsi:type="dcterms:W3CDTF">2026-08-10T00:00:00Z</dcterms:modified>
</cp:coreProperties>
</file>